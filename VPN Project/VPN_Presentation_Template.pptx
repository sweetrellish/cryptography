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2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Ellis" userId="819eacb7a460ddb1" providerId="LiveId" clId="{AF35992D-ADA2-D648-8FF5-9840CA0CBEEB}"/>
    <pc:docChg chg="addSld modSld">
      <pc:chgData name="Ryan Ellis" userId="819eacb7a460ddb1" providerId="LiveId" clId="{AF35992D-ADA2-D648-8FF5-9840CA0CBEEB}" dt="2025-04-17T00:16:01.081" v="1"/>
      <pc:docMkLst>
        <pc:docMk/>
      </pc:docMkLst>
      <pc:sldChg chg="modSp new mod">
        <pc:chgData name="Ryan Ellis" userId="819eacb7a460ddb1" providerId="LiveId" clId="{AF35992D-ADA2-D648-8FF5-9840CA0CBEEB}" dt="2025-04-17T00:16:01.081" v="1"/>
        <pc:sldMkLst>
          <pc:docMk/>
          <pc:sldMk cId="1631612812" sldId="257"/>
        </pc:sldMkLst>
        <pc:spChg chg="mod">
          <ac:chgData name="Ryan Ellis" userId="819eacb7a460ddb1" providerId="LiveId" clId="{AF35992D-ADA2-D648-8FF5-9840CA0CBEEB}" dt="2025-04-17T00:16:01.081" v="1"/>
          <ac:spMkLst>
            <pc:docMk/>
            <pc:sldMk cId="1631612812" sldId="257"/>
            <ac:spMk id="3" creationId="{7C44D415-CF42-9093-9F70-A8D654E48B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Virtual Private Networks (VPNs)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COSC 370 – Computer Networks</a:t>
            </a:r>
          </a:p>
          <a:p>
            <a:r>
              <a:t>[Your Names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BDA6-D0A2-A58E-4FF3-089A6408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D415-CF42-9093-9F70-A8D654E48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Presentation: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VPNs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they're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different VPN protocols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Demos/screenshots/graphs of your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Wrap-up with pros/cons and real-world relevance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1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</Words>
  <Application>Microsoft Macintosh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Virtual Private Networks (VPNs)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Ellis</cp:lastModifiedBy>
  <cp:revision>1</cp:revision>
  <dcterms:created xsi:type="dcterms:W3CDTF">2013-01-27T09:14:16Z</dcterms:created>
  <dcterms:modified xsi:type="dcterms:W3CDTF">2025-04-17T00:16:02Z</dcterms:modified>
  <cp:category/>
</cp:coreProperties>
</file>